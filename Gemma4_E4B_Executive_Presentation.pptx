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868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 4 E4B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for Enterprise Innovation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0" y="2880360"/>
            <a:ext cx="27432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LLM Deployment via Docker + MCP Server Integration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Team — Williams-Sonoma, Inc.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deployed Google's Gemma 4 E4B model locally via Docker, exposed it as an MCP server, and integrated it across Claude Desktop, VS Code, ChatGPT-compatible interfaces, and Codex alternatives — creating a hybrid AI pattern that keeps sensitive data on-premise while reducing cloud API costs.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840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331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Sovereignty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80160" y="2651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on-premise inference. Zero data leaves your machine. Air-gapped capable.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2194560"/>
            <a:ext cx="3840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688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2331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Reduction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86400" y="2651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$0/token for local calls. ~2,365 tokens offloaded per analysis. Scales with volume.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566160"/>
            <a:ext cx="3840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404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703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Multi-Tool Integration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280160" y="4023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Desktop, VS Code, CLI, ChatGPT interfaces, and Codex alternatives.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566160"/>
            <a:ext cx="3840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84048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3703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Ready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486400" y="4023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deployment. Health checks. Auto-restart. Persistent volumes.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Gemma 4 E4B?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Specifications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566160" cy="30175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6916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35661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01168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(decoder-only)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331720"/>
            <a:ext cx="3566160" cy="30175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33172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33172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 effective (E4B variant)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651760"/>
            <a:ext cx="35661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265176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265176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Q4_K_M (4-bit)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971800"/>
            <a:ext cx="3566160" cy="30175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297180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Size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297180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 GB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291840"/>
            <a:ext cx="35661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329184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32918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tokens (max)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611880"/>
            <a:ext cx="3566160" cy="30175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361188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Image input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931920"/>
            <a:ext cx="35661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393192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94560" y="393192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License (commercial OK)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4251960"/>
            <a:ext cx="3566160" cy="30175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425196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Tag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94560" y="425196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gemma4:e4b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E4B for Enterprise?</a:t>
            </a:r>
            <a:endParaRPr lang="en-US" sz="150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719072"/>
            <a:ext cx="201168" cy="201168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25780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Apple Silicon Mac (M1+) — no GPU required in Docker</a:t>
            </a:r>
            <a:endParaRPr lang="en-US" sz="1050" dirty="0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066544"/>
            <a:ext cx="201168" cy="20116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525780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for laptop deployment (9.6 GB) but capable for focused tasks</a:t>
            </a:r>
            <a:endParaRPr lang="en-US" sz="1050" dirty="0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414016"/>
            <a:ext cx="201168" cy="20116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5257800" y="2359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API — drop-in replacement for many integrations</a:t>
            </a:r>
            <a:endParaRPr lang="en-US" sz="1050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761488"/>
            <a:ext cx="201168" cy="201168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5257800" y="27066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context window supports large document analysis</a:t>
            </a:r>
            <a:endParaRPr lang="en-US" sz="1050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108960"/>
            <a:ext cx="201168" cy="201168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5257800" y="30540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(text + image) enables visual analysis use cases</a:t>
            </a:r>
            <a:endParaRPr lang="en-US" sz="1050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456432"/>
            <a:ext cx="201168" cy="20116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5257800" y="3401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Google-backed with commercial license — enterprise safe</a:t>
            </a:r>
            <a:endParaRPr lang="en-US" sz="105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803904"/>
            <a:ext cx="201168" cy="201168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525780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(4-bit) for optimal memory/quality trade-off</a:t>
            </a:r>
            <a:endParaRPr lang="en-US" sz="1050" dirty="0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151376"/>
            <a:ext cx="201168" cy="201168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5257800" y="4096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hybrid pattern: offload structured tasks from cloud AI</a:t>
            </a:r>
            <a:endParaRPr lang="en-US" sz="1050" dirty="0"/>
          </a:p>
        </p:txBody>
      </p:sp>
      <p:sp>
        <p:nvSpPr>
          <p:cNvPr id="53" name="Text 43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0"/>
            <a:ext cx="877824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+ Ollama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3749040"/>
          </a:xfrm>
          <a:prstGeom prst="rect">
            <a:avLst/>
          </a:prstGeom>
          <a:solidFill>
            <a:srgbClr val="1B1B2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ollama: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ollama/ollama:latest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container_name: gemma4-ollama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["11434:11434"]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OLLAMA_HOST: 0.0.0.0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OLLAMA_ORIGINS: "*"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OLLAMA_NUM_PARALLEL: 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OLLAMA_KV_CACHE_TYPE: q4_0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OLLAMA_CONTEXT_LENGTH: 4096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OLLAMA_FLASH_ATTENTION: false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OLLAMA_LLM_LIBRARY: cpu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shm_size: '4g'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restart: unless-stopped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healthcheck: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test: curl -f localhost:11434/api/tags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interval: 30s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Configuration Decisions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Backend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0" y="17647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OLLAMA_LLM_LIBRARY=cpu prevents ARM64 crashes in Docker (no GPU passthrough)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20391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Attention Off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0" y="22037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on ARM64 CPU in Docker containers — disabled for stability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24780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q4_0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0" y="26426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quantized KV cache reduces memory footprint by ~40%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29169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4096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30815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from 128K to fit in Docker container memory safely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3355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shm_size 4G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for model loading — prevents allocation failures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3794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39593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recovery with curl-based health monitoring every 30s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42336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Volume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0" y="43982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ollama_data volume preserves model across container restarts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Server — Bridge to Claude Ecosystem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(Model Context Protocol) server exposes Gemma 4 as callable tools within Claude's ecosystem. Built with @modelcontextprotocol/sdk, it translates MCP tool calls into Ollama's OpenAI-compatible API requests.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73152" cy="1188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gemma4_chat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chat, brainstorming, second opinions from a different AI model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0.7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73152" cy="11887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gemma4_code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generation, review, refactoring, debugging with language-aware prompts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83480" y="2560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0.3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gemma4_summarize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Brief, detailed, bullet, or executive summaries with max-length control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3977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0.3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3154680"/>
            <a:ext cx="73152" cy="1188720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gemma4_analyze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security, performance, readability, and bug analysis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83480" y="3977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0.4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Transport: stdio  |  SDK: @modelcontextprotocol/sdk  |  Runtime: Node.js  |  API: Ollama /v1/chat/completions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Integration: Claude Desktop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6032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Mode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Gemma 4 tools alongside Claude for brainstorming, Q&amp;A, and getting second opinions. Ask Claude to delegate specific questions to the local model.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Cowork Mode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1600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file tasks and document processing. Claude orchestrates while Gemma 4 handles focused computation chunks — the hybrid AI pattern in action.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560320" cy="4114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Mode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agentic coding with local AI assistance. Claude reads your codebase while Gemma 4 reviews individual functions, generates tests, or explains algorithms.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1554480"/>
          </a:xfrm>
          <a:prstGeom prst="rect">
            <a:avLst/>
          </a:prstGeom>
          <a:solidFill>
            <a:srgbClr val="1B1B2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~/Library/Application Support/Claude/claude_desktop_config.json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"mcpServers":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"gemma4-local":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"command": "node",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"args": ["/path/to/mcp-server/index.js"],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"env": { "OLLAMA_BASE_URL": "http://localhost:11434", "GEMMA_MODEL": "gemma4:e4b"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Integration: VS Code + Continue Extension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73152" cy="10058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Inline Chat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Cmd+L opens AI chat panel. Ask Gemma 4 questions about your code directly in the editor.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73152" cy="10058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 Autocomplete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17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code suggestions as you type. Gemma 4 provides context-aware completions locally.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73152" cy="10058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Commands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606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/review, /explain, /refactor, /tests — pre-built commands for common development workflows.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24028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240280"/>
            <a:ext cx="73152" cy="10058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Edit-in-Place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606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Cmd+I for inline edits. Select code, describe changes, Gemma 4 rewrites it in place.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1463040"/>
          </a:xfrm>
          <a:prstGeom prst="rect">
            <a:avLst/>
          </a:prstGeom>
          <a:solidFill>
            <a:srgbClr val="1B1B2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.continue/config.json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"models": [{ "title": "Gemma 4 E4B (Local)", "provider": "ollama",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"model": "gemma4:e4b", "apiBase": "http://localhost:11434" }],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"tabAutocompleteModel": { "title": "Gemma 4 Autocomplete", "provider": "ollama",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"model": "gemma4:e4b", "apiBase": "http://localhost:11434"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"customCommands": [{ "name": "review", "prompt": "Review for bugs and improvements..." }]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Integration: ChatGPT-Compatible &amp; Codex Alternatives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solidFill>
            <a:srgbClr val="10A3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ChatGPT-Compatible Interfaces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Ollama's /v1/chat/completions endpoint is fully OpenAI-compatible, enabling drop-in connections to any ChatGPT-style UI: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86000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WebUI — full ChatGPT clone (included in docker-compose with --profile webui)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0604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LibreChat — multi-model chat with plugin support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2608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LobeChat — modern UI with agent marketplace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4612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 SDK client — just point BASE_URL to localhost:11434/v1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66160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Python/Node apps — openai.ChatCompletion.create() works directly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86200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6012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— direct REST calls for scripting and automation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475488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3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4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 / Code Completion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493776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serves as a local alternative to cloud-based code completion services:</a:t>
            </a:r>
            <a:endParaRPr lang="en-US" sz="10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194560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25780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Continue — tab autocomplete with zero cloud dependency</a:t>
            </a:r>
            <a:endParaRPr lang="en-US" sz="10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514600"/>
            <a:ext cx="164592" cy="16459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5780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Cody (Sourcegraph) — supports Ollama as a local provider</a:t>
            </a:r>
            <a:endParaRPr lang="en-US" sz="10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834640"/>
            <a:ext cx="164592" cy="16459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5780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Aider — AI pair programming CLI with Ollama backend</a:t>
            </a:r>
            <a:endParaRPr lang="en-US" sz="10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154680"/>
            <a:ext cx="164592" cy="16459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25780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CLI — MCP server enables gemma4_code tool for code tasks</a:t>
            </a:r>
            <a:endParaRPr lang="en-US" sz="10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474720"/>
            <a:ext cx="164592" cy="164592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25780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Cursor-like workflows — local model for completions, cloud for complex reasoning</a:t>
            </a:r>
            <a:endParaRPr lang="en-US" sz="100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794760"/>
            <a:ext cx="164592" cy="164592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525780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— automated code review with local inference</a:t>
            </a:r>
            <a:endParaRPr lang="en-US" sz="1000" dirty="0"/>
          </a:p>
        </p:txBody>
      </p:sp>
      <p:sp>
        <p:nvSpPr>
          <p:cNvPr id="36" name="Text 22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AI Pattern — Cloud + Local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914400"/>
            <a:ext cx="886968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Study: Olive Performance Readout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the hybrid pattern on a real WS use case: processing Adobe Analytics data through the Olive skill to generate a brand-formatted executive readout.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1572768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099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Analytics PDF with Olive campaign performance data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47088" y="2148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029968" y="1600200"/>
            <a:ext cx="1572768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78608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78608" y="17099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21408" y="224028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Parses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21408" y="25146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PDF + skill definition, plans 7 focused analysis chunks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02736" y="2148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785616" y="1600200"/>
            <a:ext cx="1572768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34256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34256" y="17099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77056" y="224028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 4 Analyzes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77056" y="25146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MCP calls: traffic, channels, engagement, conversion, revenue, anomalies, narrative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58384" y="2148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541264" y="1600200"/>
            <a:ext cx="1572768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9904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89904" y="17099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32704" y="224028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Assembles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32704" y="25146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Gemma 4 outputs into cohesive executive narrative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14032" y="2148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296912" y="1600200"/>
            <a:ext cx="1572768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845552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45552" y="17099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88352" y="224028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88352" y="25146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Brand-formatted PDF + DOCX readout ready for leadership review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3474720"/>
            <a:ext cx="73152" cy="13716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3566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31520" y="3886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Gemma 4 calls completed successfully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~2,365 tokens processed locally ($0 cloud cost)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&lt;500 tokens input — fits 4K context, avoids MCP timeout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2-page executive PDF + branded DOCX with participation vs. direct attribution analysis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Savings &amp; ROI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665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Token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0515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2,365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Saved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Calls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Analysis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0515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088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040880" y="1737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Savings at Scale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71800"/>
          <a:ext cx="7863840" cy="16916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Runs/Month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Offloaded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Cost Saved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analyst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118,250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$0.35/mo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of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1,182,500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$3.55/mo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(50 users)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5,912,500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$17.74/mo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$212.85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(500 users)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59,125,000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$177.38/mo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$2,128.50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Additional use cases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236,500,000+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$709.50+/mo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$8,514+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Cloud cost estimated at ~$3/MTok (Claude API). Real savings multiply as more tasks are offloaded (code review, summarization, analysis).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Data Privacy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6032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Data Exfiltration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Gemma 4 inference runs locally. No API keys for local calls. No data transmitted to any third-party server. Complete air-gap capability.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Isolation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container only exposes localhost:11434. No external network calls during inference. Docker network policies restrict outbound traffic.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560320" cy="411480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Ready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SOC2, HIPAA, PCI-DSS friendly. Sensitive data never leaves the machine boundary. Audit logs via Docker container logs. No cloud provider data retention.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56032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Controls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volumes for model versioning. Health checks for reliability. Auto-restart on failure. Container isolation from host system. Resource limits configurable.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91840" y="2926080"/>
            <a:ext cx="256032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2900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 Protection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code and documents processed locally. No training data leakage risk. Model weights are read-only. No fine-tuning happens without explicit setup.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560320" cy="411480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6364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Management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Localhost-only access by default. OLLAMA_ORIGINS controls CORS. Can be fronted by enterprise auth proxy. No built-in auth = no attack surface.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Lessons Learned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73152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Hub Registry Timeout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fallback pull methods: rdctl VM pull, Google mirror, manual load. Added fix-registry.sh diagnostic script.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Too Large for Memory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Docker memory limit, added q4_0 KV cache, reduced context to 4096, tuned parallel=1. Three iterations to stabilize.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73152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ARM64 Flash Attention Crash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flash attention + forced CPU backend (OLLAMA_LLM_LIBRARY=cpu). Root cause: no GPU passthrough in Docker on Apple Silicon.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73152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Tool Timeout on Large Prompts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251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 analysis into 7 small focused calls (&lt;500 tokens each). Pattern: Claude chunks, Gemma 4 processes, Claude assembles.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Local LLM deployment requires iterative tuning. Docker + Apple Silicon + large models = unique memory/stability challenges that are now fully solved.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06040" cy="457200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Current (Complete)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9164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E4B running in Docker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7568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029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with 4 tools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5973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4140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+ CLI integration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843784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27980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Continue extension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27832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8680" y="3182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 readout demo validated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3337560" y="105156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3337560" y="1051560"/>
            <a:ext cx="260604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3474720" y="1097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Near-Term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691640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74904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WebUI deployment for team access</a:t>
            </a:r>
            <a:endParaRPr lang="en-US" sz="10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075688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749040" y="2029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MCP tools (RAG, embeddings)</a:t>
            </a:r>
            <a:endParaRPr lang="en-US" sz="10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459736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749040" y="24140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GPU-enabled host for faster inference</a:t>
            </a:r>
            <a:endParaRPr lang="en-US" sz="105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843784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749040" y="27980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Cowork skills using hybrid pattern</a:t>
            </a:r>
            <a:endParaRPr lang="en-US" sz="105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227832"/>
            <a:ext cx="182880" cy="18288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749040" y="3182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onboarding documentation</a:t>
            </a:r>
            <a:endParaRPr lang="en-US" sz="1050" dirty="0"/>
          </a:p>
        </p:txBody>
      </p:sp>
      <p:sp>
        <p:nvSpPr>
          <p:cNvPr id="30" name="Shape 18"/>
          <p:cNvSpPr/>
          <p:nvPr/>
        </p:nvSpPr>
        <p:spPr>
          <a:xfrm>
            <a:off x="6217920" y="105156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19"/>
          <p:cNvSpPr/>
          <p:nvPr/>
        </p:nvSpPr>
        <p:spPr>
          <a:xfrm>
            <a:off x="6217920" y="1051560"/>
            <a:ext cx="260604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0"/>
          <p:cNvSpPr/>
          <p:nvPr/>
        </p:nvSpPr>
        <p:spPr>
          <a:xfrm>
            <a:off x="6355080" y="1097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Scale</a:t>
            </a:r>
            <a:endParaRPr lang="en-US" sz="12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91640"/>
            <a:ext cx="182880" cy="18288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62940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 for shared access</a:t>
            </a:r>
            <a:endParaRPr lang="en-US" sz="105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075688"/>
            <a:ext cx="182880" cy="18288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629400" y="2029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fine-tuning on WS domain data</a:t>
            </a:r>
            <a:endParaRPr lang="en-US" sz="105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459736"/>
            <a:ext cx="182880" cy="1828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629400" y="24140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CI/CD code review pipeline</a:t>
            </a:r>
            <a:endParaRPr lang="en-US" sz="105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843784"/>
            <a:ext cx="182880" cy="1828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6629400" y="27980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routing (Gemma + others)</a:t>
            </a:r>
            <a:endParaRPr lang="en-US" sz="105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227832"/>
            <a:ext cx="182880" cy="18288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6629400" y="3182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proxy with auth + logging</a:t>
            </a:r>
            <a:endParaRPr lang="en-US" sz="1050" dirty="0"/>
          </a:p>
        </p:txBody>
      </p:sp>
      <p:sp>
        <p:nvSpPr>
          <p:cNvPr id="43" name="Text 26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200400" y="2468880"/>
            <a:ext cx="27432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— Williams-Sonoma, Inc.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gemma4-with-vscode  |  Ollama: localhost:11434  |  MCP Server: gemma4-local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1969</Words>
  <Application>Microsoft Macintosh PowerPoint</Application>
  <PresentationFormat>On-screen Show (16:9)</PresentationFormat>
  <Paragraphs>295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Gemma 4 E4B: Local AI for Enterprise Innovation</dc:title>
  <dc:subject>Local LLM Deployment via Docker + MCP Integration</dc:subject>
  <dc:creator>Suhas Borage — Innovation Team</dc:creator>
  <cp:lastModifiedBy>Suhas Borage</cp:lastModifiedBy>
  <cp:revision>2</cp:revision>
  <dcterms:created xsi:type="dcterms:W3CDTF">2026-05-06T10:07:10Z</dcterms:created>
  <dcterms:modified xsi:type="dcterms:W3CDTF">2026-05-06T10:31:51Z</dcterms:modified>
</cp:coreProperties>
</file>